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5C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TimorgianaRide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971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aplicação para a rua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611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implementação e caminho de desenvolvimento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8521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Timorgiara Neto, Unipessoal, Lda  ·  Díli, Timor-Leste  ·  Setembro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ESTAMOS HOJE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5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aplicação está construída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146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82880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5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542032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exigidos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cada motorista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29000" y="1691640"/>
            <a:ext cx="25146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657600" y="182880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5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2542032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línguas — português,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tétum e inglês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25146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46520" y="182880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5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442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542032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sucos de Timor-Leste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base de dados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06840" y="1691640"/>
            <a:ext cx="25146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235440" y="182880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5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9235440" y="2542032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dólares por mês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custo, hoje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7033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já funciona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" y="4114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409651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de viagem em tempo real, mapa, conversa, tarifa e avaliação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144768" y="4114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409651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Botão de socorro, código de recolha e fotografia de turno diária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58368" y="4590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60120" y="45720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aprovações no browser, com verificação automática dos documentos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144768" y="4590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446520" y="45720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Cópia de segurança cifrada todas as noites — e um restauro já ensaiado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58368" y="5065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60120" y="504748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Recuperação de conta sem SMS, por código dado ao telefone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144768" y="5065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446520" y="504748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 documentos jurídicos, escritos a partir das regras que a app aplica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FALTA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5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coisas antes do primeiro motorista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56232"/>
            <a:ext cx="475488" cy="47548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8562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1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572768" y="1819656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o socorro numa viagem a decorrer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2176272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botão que grava o alerta só existe DURANTE uma viagem. Precisa de dois telemóveis: um a pedir, outro a aceitar. É o único item técnico por fechar.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509760" y="18562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tarde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172968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3429000"/>
            <a:ext cx="475488" cy="47548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3429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1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572768" y="3392424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 os sete documentos jurídicos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572768" y="374904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Estão escritos e fundamentados, mas quem os assina é o senhor. Três pontos ficaram marcados a precisar da sua decisão — entre eles, se a Instrução Pública n.º 07/2010 se mantém em vigor.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509760" y="3429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745736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0" y="5001768"/>
            <a:ext cx="475488" cy="47548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50017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1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572768" y="496519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a tensão do estatuto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572768" y="532180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estatuto registado no SERVE inclui "transportes terrestres de passageiros". Os termos dizem que a plataforma não é transportadora. Num litígio, a outra parte aponta para o estatuto.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509760" y="50017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5C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97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Pôr na rua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6118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7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fases, e a mais difícil não é técnica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5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caminho, em seis fases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38328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57400"/>
            <a:ext cx="475488" cy="47548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2057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1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6974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Fechar o que falta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308152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1–2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1783080"/>
            <a:ext cx="338328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53712" y="2057400"/>
            <a:ext cx="475488" cy="47548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53712" y="2057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1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53712" y="26974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Montar a rotina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53712" y="308152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2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55280" y="1783080"/>
            <a:ext cx="338328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11312" y="2057400"/>
            <a:ext cx="475488" cy="47548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11312" y="2057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1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211312" y="26974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Recrutar 5 a 10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11312" y="308152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3–5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840480"/>
            <a:ext cx="338328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96112" y="4114800"/>
            <a:ext cx="475488" cy="47548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96112" y="4114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1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96112" y="47548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Arrancar numa zona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96112" y="513892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6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97680" y="3840480"/>
            <a:ext cx="338328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53712" y="4114800"/>
            <a:ext cx="475488" cy="475488"/>
          </a:xfrm>
          <a:prstGeom prst="ellipse">
            <a:avLst/>
          </a:prstGeom>
          <a:solidFill>
            <a:srgbClr val="0E5C5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53712" y="4114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4553712" y="47548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Trazer passageiros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553712" y="513892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contínuo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955280" y="3840480"/>
            <a:ext cx="338328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11312" y="4114800"/>
            <a:ext cx="475488" cy="475488"/>
          </a:xfrm>
          <a:prstGeom prst="ellipse">
            <a:avLst/>
          </a:prstGeom>
          <a:solidFill>
            <a:srgbClr val="0E5C5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211312" y="4114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8211312" y="47548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Entrar nas lojas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211312" y="513892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houver procura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6035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fases 1 a 4 dependem de si. A 5 depende da cidade — e é a que decide se isto vive.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 ·  SEMANAS 1–2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5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Fechar o que falta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1645920"/>
            <a:ext cx="420624" cy="420624"/>
          </a:xfrm>
          <a:prstGeom prst="ellipse">
            <a:avLst/>
          </a:prstGeom>
          <a:solidFill>
            <a:srgbClr val="0E5C5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600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Arranjar um segundo telemóvel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9659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precisa de cartão SIM novo — a app não verifica o número. Basta Wi-Fi e o Expo Go. Um telemóvel de casa serve.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58368" y="2816352"/>
            <a:ext cx="420624" cy="420624"/>
          </a:xfrm>
          <a:prstGeom prst="ellipse">
            <a:avLst/>
          </a:prstGeom>
          <a:solidFill>
            <a:srgbClr val="0E5C5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2816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77063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Fazer uma viagem de teste completa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13639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 num, aceitar no outro, dizer o código, carregar no socorro a meio, e confirmar que o alerta aparece no painel.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8368" y="3986784"/>
            <a:ext cx="420624" cy="420624"/>
          </a:xfrm>
          <a:prstGeom prst="ellipse">
            <a:avLst/>
          </a:prstGeom>
          <a:solidFill>
            <a:srgbClr val="0E5C5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8368" y="3986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94106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 os sete documentos e decidir os três pontos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306824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aprovação automática já ficou decidida: não. Faltam o seguro e o estatuto do SERVE.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8368" y="5157216"/>
            <a:ext cx="420624" cy="420624"/>
          </a:xfrm>
          <a:prstGeom prst="ellipse">
            <a:avLst/>
          </a:prstGeom>
          <a:solidFill>
            <a:srgbClr val="0E5C5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8368" y="5157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5111496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os documentos que faltarem na sua própria conta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47725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de ensaio: passa pelo mesmo caminho que um motorista vai passar, e vê o que ele vê.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126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nesta fase custa dinheiro. Custa uma tarde e duas decisões suas.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 ·  A OPERAÇÃO DIÁRIA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5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rotina que sustenta isto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881360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874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dias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3840480" y="18745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o painel no computador do escritório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966960" y="1874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minutos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4414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chegar candidato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840480" y="244144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Aprovar ou recusar — cinco documentos num ecrã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966960" y="24414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segundos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00837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noites, 02:00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840480" y="300837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cópia de segurança corre e verifica-se sozinha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966960" y="300837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357530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ficar vermelha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840480" y="357530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GitHub avisa. É o único alarme que tem de ver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966960" y="357530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raro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41422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alguém esquecer a senha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840480" y="414223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 código no painel e dizê-lo ao telefone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966960" y="41422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minuto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029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5C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timorgiana-ride.onrender.com/painel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440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com o mesmo telemóvel e a mesma palavra-passe da aplicação. Guarde nos favoritos.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 ·  RECRUTAR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5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a dez motoristas. Não mais.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578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81051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procurar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19456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Motoristas que já fazem transporte em Díli e já usam Grab ou Maxim.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Sabem o trabalho, sabem o que os incomoda na concorrência, e conseguem comparar. Quem nunca fez isto não lhe sabe dizer se a app é boa.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257800" cy="2148840"/>
          </a:xfrm>
          <a:prstGeom prst="roundRect">
            <a:avLst>
              <a:gd name="adj" fmla="val 3830"/>
            </a:avLst>
          </a:prstGeom>
          <a:solidFill>
            <a:srgbClr val="0E5C54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37960" y="181051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lhes dizer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1945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argumento é um só, e é forte: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48716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há comissão.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303580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Numa viagem de $3, a Grab fica com cerca de 20 %. Aqui o motorista fica com os $3 inteiros — e assim é até 30 de Abril de 2027.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9776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não vinte motoristas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438912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piloto grande esconde os problemas em vez de os mostrar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58368" y="4809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791456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poucos passageiros, vinte motoristas online é vinte pessoas a desistir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58368" y="5212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519379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motoristas conhecem-se pelo nome — e ligam-lhe a dizer o que está mal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5614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559612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Aprovar vinte candidaturas antes de haver procura é gastar o seu tempo cedo demais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  ·  ARRANCAR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5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zona só, e não Díli inteira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motoristas espalhados por Díli dão tempos de espera longos em todo o lado. Concentrados numa zona, dão um serviço que funciona nessa zona — e é isso que faz alguém voltar.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38328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2560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5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Timor Plaza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999232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 movimento, fácil de explicar a um passageiro, e ponto de encontro conhecido. Atenção à taxa de entrada de $1 para carros.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2331720"/>
            <a:ext cx="338328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572000" y="2560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5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Farol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999232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Escritórios, embaixadas e restaurantes. Procura previsível às horas de almoço e ao fim do dia.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955280" y="2331720"/>
            <a:ext cx="338328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229600" y="2560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5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Lecidere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2999232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de hotéis e de gente que já paga transporte. Percursos curtos, viagens rápidas.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617720"/>
            <a:ext cx="10881360" cy="1234440"/>
          </a:xfrm>
          <a:prstGeom prst="roundRect">
            <a:avLst>
              <a:gd name="adj" fmla="val 6667"/>
            </a:avLst>
          </a:prstGeom>
          <a:solidFill>
            <a:srgbClr val="0E5C54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14400" y="482803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app já sabe fazer isto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519379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pedidos são encaminhados por município: quem está em Díli vê Díli, quem está em Lospalos vê Lospalos. Escolher a zona é uma decisão de recrutamento, não de programação — basta dizer aos motoristas onde ficar.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5  ·  PASSAGEIROS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5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 difícil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1051560"/>
          </a:xfrm>
          <a:prstGeom prst="roundRect">
            <a:avLst>
              <a:gd name="adj" fmla="val 7826"/>
            </a:avLst>
          </a:prstGeom>
          <a:solidFill>
            <a:srgbClr val="0E5C54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7830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motorista online sem pedidos desliga ao fim de duas horas — e não volta.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88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a oferta construída. A procura não se constrói com código.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246120"/>
            <a:ext cx="530352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96112" y="3474720"/>
            <a:ext cx="402336" cy="40233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96112" y="3474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1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346557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próprios motoristas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822192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um tem clientes habituais. Dar-lhes um cartão com o nome da app e dizer-lhes para instalarem é o caminho mais barato que existe.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3246120"/>
            <a:ext cx="530352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73952" y="3474720"/>
            <a:ext cx="402336" cy="40233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73952" y="3474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1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040880" y="346557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sítio de cada vez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7040880" y="3822192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hotel, um restaurante, um escritório na zona escolhida. Falar com quem lá está e deixar a app instalada em quem recebe.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709160"/>
            <a:ext cx="530352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96112" y="4937760"/>
            <a:ext cx="402336" cy="40233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96112" y="4937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1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492861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de WhatsApp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5285232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onde Díli combina transporte hoje. Estar lá é mais eficaz do que qualquer anúncio.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17920" y="4709160"/>
            <a:ext cx="530352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73952" y="4937760"/>
            <a:ext cx="402336" cy="40233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73952" y="4937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1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7040880" y="492861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sua própria rede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7040880" y="5285232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Colegas, clientes do escritório, família. Os primeiros cinquenta passageiros vêm de quem já confia em si.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6  ·  DISTRIBUIÇÃO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5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lojas vêm no fim, não no princípio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8813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8470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148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5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 Go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212140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Grátis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577840" y="196596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motorista instala o Expo Go e lê um código. Serve para o piloto inteiro. Já funciona.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108960"/>
            <a:ext cx="108813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914400" y="33101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houver procura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5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Play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358444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 uma vez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577840" y="342900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 único, para sempre. É o passo que faz a app parecer real a quem a instala.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572000"/>
            <a:ext cx="108813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14400" y="47731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depois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50749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5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Store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3566160" y="504748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$99 por ano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489204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Díli a esmagadora maioria dos motoristas usa Android. Só quando aparecerem passageiros com iPhone.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126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nas lojas antes de haver passageiros é pagar por uma montra sem loja atrás.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5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 custa manter isto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7556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931920" y="17556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120640" y="17556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sério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1755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148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(Render)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931920" y="2148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Grátis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21488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 / mês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2148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Adormece após 15 min sem uso; o pedido seguinte demora ~30 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25877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dados (Neon)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258775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Grátis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25877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Grátis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25877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plano gratuito chega folgadamente para o movimento de Díli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30266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e cópias (GitHub)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931920" y="302666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Grátis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302666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Grátis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675120" y="302666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2.000 minutos por mês de execuções; a cópia diária usa cerca de 60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346557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Actualizações da app (EAS)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3931920" y="346557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Grátis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120640" y="346557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Grátis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675120" y="346557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escalão gratuito cobre publicações muito acima deste ritmo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914400" y="39044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3931920" y="39044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5120640" y="390448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 uma vez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675120" y="39044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 único, sem renovação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914400" y="4343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3931920" y="4343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5120640" y="4343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$99 / ano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6675120" y="4343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quando houver iPhones do outro lado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0080" y="4983480"/>
            <a:ext cx="5303520" cy="1051560"/>
          </a:xfrm>
          <a:prstGeom prst="roundRect">
            <a:avLst>
              <a:gd name="adj" fmla="val 7826"/>
            </a:avLst>
          </a:prstGeom>
          <a:solidFill>
            <a:srgbClr val="0E5C54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914400" y="5138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914400" y="541324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 por mês</a:t>
            </a:r>
            <a:endParaRPr lang="en-US" sz="2600" dirty="0"/>
          </a:p>
        </p:txBody>
      </p:sp>
      <p:sp>
        <p:nvSpPr>
          <p:cNvPr id="36" name="Shape 34"/>
          <p:cNvSpPr/>
          <p:nvPr/>
        </p:nvSpPr>
        <p:spPr>
          <a:xfrm>
            <a:off x="6217920" y="4983480"/>
            <a:ext cx="530352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6492240" y="51389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Play Store e servidor pago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6492240" y="54132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5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$84 no primeiro ano  ·  $84 nos seguintes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5C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II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97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Desenvolver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6118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7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vem a seguir, e o que é para deixar em paz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CONHECIDOS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5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tectos, e quando os vai bater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0352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5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Nominatim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219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viagens em simultâneo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532888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pesquisa de sítios e o nome da rua usam o serviço gratuito do OpenStreetMap, que aceita cerca de um pedido por segundo no total. Acima disso, é preciso alojar um Nominatim próprio.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600200"/>
            <a:ext cx="530352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9224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5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Servidor adormecido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2219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passageiro do dia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532888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plano grátis do Render adormece após 15 minutos sem uso. Quem abrir a app a seguir espera ~30 segundos. Resolve-se com $7 por mês.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530352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14400" y="4069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5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seu tempo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4622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de ~20 motoristas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773168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Aprovar um a um deixa de caber num dia de escritório. A resposta é o nível "Operador" — já desenhado, ainda não construído.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3840480"/>
            <a:ext cx="530352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492240" y="4069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5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iPhone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44622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aparecer o primeiro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4773168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 do piloto por decisão tomada. A Apple não permite instalação fora da loja, e $99/ano antes de haver procura não se justifica.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CONSTRUIR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5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esta ordem, e não por outra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1691640"/>
            <a:ext cx="420624" cy="420624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1691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1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6002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"Operador"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9659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Delegar aprovações sem entregar o dinheiro, os alertas de socorro e as contas todas. Hoje o acesso é tudo ou nada — é isso que o impede de delegar mesmo tendo em quem confiar.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0" y="161848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tiver a pessoa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58368" y="2862072"/>
            <a:ext cx="420624" cy="420624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" y="2862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1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77063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doze sucos novos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136392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divisão administrativa tem 442 sucos; faltam os criados pelo diploma de 2023. É meia hora de trabalho, mas precisa dos nomes e do posto de cada um.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0" y="2788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confirmar os nomes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58368" y="4032504"/>
            <a:ext cx="420624" cy="420624"/>
          </a:xfrm>
          <a:prstGeom prst="ellipse">
            <a:avLst/>
          </a:prstGeom>
          <a:solidFill>
            <a:srgbClr val="0E5C5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8368" y="4032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3941064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Notificar o passageiro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306824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o motorista recebe aviso e o passageiro não. Quem pediu uma viagem fica a olhar para o ecrã à espera de ver o carro aparecer.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0" y="395935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dos primeiros pedidos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58368" y="5202936"/>
            <a:ext cx="420624" cy="420624"/>
          </a:xfrm>
          <a:prstGeom prst="ellipse">
            <a:avLst/>
          </a:prstGeom>
          <a:solidFill>
            <a:srgbClr val="0E5C5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" y="5202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5111496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Nominatim próprio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5477256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acima de ~30 viagens em simultâneo. Antes disso é resolver um problema que ainda não existe.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0" y="512978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se e quando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NÃO CONSTRUIR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5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o que é para deixar em paz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0352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83794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353312" y="181965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Pagamentos dentro da app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313432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dinheiro funciona, e não tocar em dinheiro alheio é metade da simplicidade jurídica deste negócio. No dia em que a app receber pagamentos, passa a ser outra coisa — com outras licenças.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600200"/>
            <a:ext cx="530352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92240" y="183794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931152" y="181965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313432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Custa dinheiro e exige um cartão vivo. O OpenStreetMap chega, e a camada de lugares que os passageiros baptizam vai enchendo o que falta. A conta de facturação fechada já mostrou o risco.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530352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14400" y="407822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353312" y="405993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Códigos por SMS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553712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US$0,26 por mensagem para Timor-Leste, e mais um cartão para manter vivo. Quem esquece a senha telefona — e quem atende já sabe com quem fala, o que é melhor verificação do que um SMS.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3840480"/>
            <a:ext cx="530352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492240" y="407822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931152" y="405993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Outra cidade antes de Díli funcionar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4553712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app já sabe separar municípios. Isso não é razão para abrir Baucau: dois pilotos a meio-gás não fazem um piloto.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VAI TER DE DECIDIR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5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decisões que se aproximam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1691640"/>
            <a:ext cx="420624" cy="420624"/>
          </a:xfrm>
          <a:prstGeom prst="ellipse">
            <a:avLst/>
          </a:prstGeom>
          <a:solidFill>
            <a:srgbClr val="0E5C5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1691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600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Comissão, depois de Abril de 2027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96596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gratuitidade acaba em 30/04/2027 e passa a haver pacotes de dias — $15 por 30 dias numa motorizada, $30 num carro. Manter "zero comissão" como argumento obriga a que o pacote seja mais barato do que os 20 % que a Grab leva. Nas contas de hoje, é.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8368" y="2862072"/>
            <a:ext cx="420624" cy="420624"/>
          </a:xfrm>
          <a:prstGeom prst="ellipse">
            <a:avLst/>
          </a:prstGeom>
          <a:solidFill>
            <a:srgbClr val="0E5C5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2862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77063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atende o telefone às 21h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13639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motorista com um problema à noite liga a alguém. Se for sempre a si, isto não escala para além de dez motoristas — e é a mesma pergunta que fez sobre as aprovações.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" y="4032504"/>
            <a:ext cx="420624" cy="420624"/>
          </a:xfrm>
          <a:prstGeom prst="ellipse">
            <a:avLst/>
          </a:prstGeom>
          <a:solidFill>
            <a:srgbClr val="0E5C5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8368" y="4032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94106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estatuto do SERVE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306824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o estatuto distingue a intermediação do transporte, ou os termos deixam de negar o que ele afirma. A segunda via já foi tomada uma vez; a primeira continua por decidir.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" y="5202936"/>
            <a:ext cx="420624" cy="420624"/>
          </a:xfrm>
          <a:prstGeom prst="ellipse">
            <a:avLst/>
          </a:prstGeom>
          <a:solidFill>
            <a:srgbClr val="0E5C5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8368" y="5202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5111496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 quando entra no iPhone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477256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uma decisão técnica: é saber se aparecem passageiros com iPhone que valham $99 por ano.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5C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3716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manter isto sem parar o escritório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2514600"/>
            <a:ext cx="402336" cy="40233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514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1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249631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coisa de cada vez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89888" y="2843784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7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alteração, publicada e vista a funcionar, antes da seguinte. Foi assim que este projecto chegou aqui.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2514600"/>
            <a:ext cx="402336" cy="40233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17920" y="2514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1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784848" y="249631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é um comando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784848" y="2843784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7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`npm run publicar` corre os seis verificadores antes de enviar. Se algum ficar vermelho, não publica — e isso já evitou duas avarias em produção.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4114800"/>
            <a:ext cx="402336" cy="40233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4114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1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389888" y="409651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painel é o alarme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389888" y="4443984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7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minutos por dia. Se não houver nada por tratar, não há nada a fazer.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4114800"/>
            <a:ext cx="402336" cy="40233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17920" y="4114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1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784848" y="409651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Escrever porquê, e não o quê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784848" y="4443984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7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alteração deste projecto tem escrito o motivo. Daqui a um ano, é isso que lhe vai dizer se pode mexer numa linha.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parte difícil daqui para a frente não é o código. É Díli.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TimorgianaRide — Plano de implementação e desenvolvimento</dc:title>
  <dc:subject>PptxGenJS Presentation</dc:subject>
  <dc:creator>Timorgiara Neto, Unipessoal, Lda</dc:creator>
  <cp:lastModifiedBy>Timorgiara Neto, Unipessoal, Lda</cp:lastModifiedBy>
  <cp:revision>1</cp:revision>
  <dcterms:created xsi:type="dcterms:W3CDTF">2026-10-07T10:06:20Z</dcterms:created>
  <dcterms:modified xsi:type="dcterms:W3CDTF">2026-10-07T10:06:20Z</dcterms:modified>
</cp:coreProperties>
</file>