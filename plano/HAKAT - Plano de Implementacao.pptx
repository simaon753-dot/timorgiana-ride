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HAKAT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aplicação para a rua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implementação e caminho de desenvolvimento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Timorgiara Neto, Unipessoal, Lda.  ·  Díli, Timor-Leste  ·  Setembro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 HOJE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aplicação está construída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exigidos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motorista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5760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línguas — português,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tétum e inglês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sucos de Timor-Leste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base de dados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3544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dólares por mês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custo, hoje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703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funciona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096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de viagem em tempo real, mapa, conversa, tarifa e avaliação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44768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096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de socorro, código de recolha e fotografia de turno diária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572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aprovações no browser, com verificação automática dos documentos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44768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4572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 de segurança cifrada todas as noites — e um restauro já ensaiado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5065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50474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Recuperação de conta sem SMS, por código dado ao telefone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144768" y="5065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50474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documentos jurídicos, escritos a partir das regras que a app aplica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coisas antes do primeiro motorista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56232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56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8196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o socorro numa viagem a decorrer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17627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que grava o alerta só existe DURANTE uma viagem. Precisa de dois telemóveis: um a pedir, outro a aceitar. É o único item técnico por fechar.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0" y="1856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tarde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72968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4290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429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339242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 os sete documentos jurídicos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Estão escritos e fundamentados, mas quem os assina é o senhor. Três pontos ficaram marcados a precisar da sua decisão — entre eles, se a Instrução Pública n.º 07/2010 se mantém em vigor.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0" y="3429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45736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5001768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96519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a tensão do estatuto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53218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estatuto registado no SERVE inclui "transportes terrestres de passageiros". Os termos dizem que a plataforma não é transportadora. Num litígio, a outra parte aponta para o estatuto.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5001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Pôr na rua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fases, e a mais difícil não é técnica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seis fases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574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que falta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81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20574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5371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a rotina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081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17830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11312" y="20574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1131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11312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Recrutar 5 a 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3081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3–5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1148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96112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754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Arrancar numa zona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51389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8404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53712" y="4114800"/>
            <a:ext cx="475488" cy="475488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53712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53712" y="4754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Trazer passageiros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53712" y="51389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55280" y="38404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11312" y="4114800"/>
            <a:ext cx="475488" cy="475488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11312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11312" y="4754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nas lojas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11312" y="51389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houver procura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fases 1 a 4 dependem de si. A 5 depende da cidade — e é a que decide se isto vive.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 ·  SEMANAS 1–2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Fechar o que falta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Arranjar um segundo telemóvel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 de cartão SIM novo — a app não verifica o número. Basta Wi-Fi e o Expo Go. Um telemóvel de casa serve.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816352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70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uma viagem de teste completa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36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num, aceitar no outro, dizer o código, carregar no socorro a meio, e confirmar que o alerta aparece no painel.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3986784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986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9410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os sete documentos e decidir os três pontos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0682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aprovação automática já ficou decidida: não. Faltam o seguro e o estatuto do SERVE.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5157216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11149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os documentos que faltarem na sua própria conta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7725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de ensaio: passa pelo mesmo caminho que um motorista vai passar, e vê o que ele vê.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nesta fase custa dinheiro. Custa uma tarde e duas decisões suas.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 ·  A OPERAÇÃO DIÁRIA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rotina que sustenta isto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dias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874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painel no computador do escritório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chegar candidato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441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ou recusar — cinco documentos num ecrã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2441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segundos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0083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noites, 02:00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0083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cópia de segurança corre e verifica-se sozinha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966960" y="3008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753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ficar vermelha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GitHub avisa. É o único alarme que tem de ver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966960" y="35753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142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alguém esquecer a senha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41422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código no painel e dizê-lo ao telefone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4142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timorgiana-ride.onrender.com/painel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com o mesmo telemóvel e a mesma palavra-passe da aplicação. Guarde nos favoritos.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 ·  RECRUTAR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a dez motoristas. Não mais.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105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procurar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Motoristas que já fazem transporte em Díli e já usam Grab ou Maxim.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 o trabalho, sabem o que os incomoda na concorrência, e conseguem comparar. Quem nunca fez isto não lhe sabe dizer se a app é boa.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8105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lhes dizer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194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argumento é um só, e é forte: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871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comissão.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0358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viagem de $3, a Grab fica com cerca de 20 %. Aqui o motorista fica com os $3 inteiros — e assim é até 30 de Abril de 2027.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977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não vinte motoristas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3891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piloto grande esconde os problemas em vez de os mostrar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79145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poucos passageiros, vinte motoristas online é vinte pessoas a desistir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51937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motoristas conhecem-se pelo nome — e ligam-lhe a dizer o que está mal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614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59612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vinte candidaturas antes de haver procura é gastar o seu tempo cedo demais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 ·  ARRANCAR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zona só, e não Díli inteira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motoristas espalhados por Díli dão tempos de espera longos em todo o lado. Concentrados numa zona, dão um serviço que funciona nessa zona — e é isso que faz alguém voltar.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832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560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Timor Plaza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992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movimento, fácil de explicar a um passageiro, e ponto de encontro conhecido. Atenção à taxa de entrada de $1 para carros.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2331720"/>
            <a:ext cx="33832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2560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Farol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992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Escritórios, embaixadas e restaurantes. Procura previsível às horas de almoço e ao fim do dia.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0" y="2331720"/>
            <a:ext cx="33832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0" y="2560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Lecidere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9992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hotéis e de gente que já paga transporte. Percursos curtos, viagens rápidas.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482803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app já sabe fazer isto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1937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pedidos são encaminhados por município: quem está em Díli vê Díli, quem está em Lospalos vê Lospalos. Escolher a zona é uma decisão de recrutamento, não de programação — basta dizer aos motoristas onde ficar.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  ·  PASSAGEIROS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difícil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motorista online sem pedidos desliga ao fim de duas horas — e não volta.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a oferta construída. A procura não se constrói com código.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347472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46557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próprios motoristas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82219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clientes habituais. Dar-lhes um cartão com o nome da app e dizer-lhes para instalarem é o caminho mais barato que existe.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324612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73952" y="347472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46557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sítio de cada vez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382219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hotel, um restaurante, um escritório na zona escolhida. Falar com quem lá está e deixar a app instalada em quem recebe.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70916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3776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92861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WhatsApp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28523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Díli combina transporte hoje. Estar lá é mais eficaz do que qualquer anúncio.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0" y="470916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493776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73952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92861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própria rede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528523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Colegas, clientes do escritório, família. Os primeiros cinquenta passageiros vêm de quem já confia em si.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6  ·  DISTRIBUIÇÃO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lojas vêm no fim, não no princípio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470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 Go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1214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9659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motorista instala o Expo Go e lê um código. Serve para o piloto inteiro. Já funciona.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houver procura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611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Play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5844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uma vez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4290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único, para sempre. É o passo que faz a app parecer real a quem a instala.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47731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depois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074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Store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504748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por ano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8920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Díli a esmagadora maioria dos motoristas usa Android. Só quando aparecerem passageiros com iPhone.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nas lojas antes de haver passageiros é pagar por uma montra sem loja atrás.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custa manter isto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755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148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(Render)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1488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148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 / mês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Adormece após 15 min sem uso; o pedido seguinte demora ~30 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587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 (Neon)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258775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5877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25877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gratuito chega folgadamente para o movimento de Díli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0266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e cópias (GitHub)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02666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02666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302666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2.000 minutos por mês de execuções; a cópia diária usa cerca de 60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4655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Actualizações da app (EAS)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4655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34655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346557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escalão gratuito cobre publicações muito acima deste ritmo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390448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044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uma vez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único, sem renovação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4343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93192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4343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/ ano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quando houver iPhones do outro lado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83480"/>
            <a:ext cx="5303520" cy="1051560"/>
          </a:xfrm>
          <a:prstGeom prst="roundRect">
            <a:avLst>
              <a:gd name="adj" fmla="val 7826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1440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5413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por mês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6217920" y="4983480"/>
            <a:ext cx="53035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492240" y="51389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Play Store e servidor pago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413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$84 no primeiro ano  ·  $84 nos seguintes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vem a seguir, e o que é para deixar em paz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CONHECIDOS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tectos, e quando os vai bater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Nominatim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21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viagens em simultâneo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3288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de sítios e o nome da rua usam o serviço gratuito do OpenStreetMap, que aceita cerca de um pedido por segundo no total. Acima disso, é preciso alojar um Nominatim próprio.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 adormecido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21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passageiro do dia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53288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grátis do Render adormece após 15 minutos sem uso. Quem abrir a app a seguir espera ~30 segundos. Resolve-se com $7 por mês.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seu tempo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~20 motoristas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77316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um a um deixa de caber num dia de escritório. A resposta é o nível "Operador" — já desenhado, ainda não construído.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iPhone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aparecer o primeiro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77316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piloto por decisão tomada. A Apple não permite instalação fora da loja, e $99/ano antes de haver procura não se justifica.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CONSTRUIR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esta ordem, e não por outra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420624" cy="420624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"Operador"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Delegar aprovações sem entregar o dinheiro, os alertas de socorro e as contas todas. Hoje o acesso é tudo ou nada — é isso que o impede de delegar mesmo tendo em quem confiar.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0" y="16184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tiver a pessoa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862072"/>
            <a:ext cx="420624" cy="420624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77063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doze sucos novos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36392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divisão administrativa tem 442 sucos; faltam os criados pelo diploma de 2023. É meia hora de trabalho, mas precisa dos nomes e do posto de cada um.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confirmar os nomes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032504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9410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o passageiro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306824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motorista recebe aviso e o passageiro não. Quem pediu uma viagem fica a olhar para o ecrã à espera de ver o carro aparecer.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3959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dos primeiros pedidos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5202936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511149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 próprio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477256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acima de ~30 viagens em simultâneo. Antes disso é resolver um problema que ainda não existe.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51297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se e quando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CONSTRUIR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o que é para deixar em paz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379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18196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Pagamentos dentro da app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1343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dinheiro funciona, e não tocar em dinheiro alheio é metade da simplicidade jurídica deste negócio. No dia em que a app receber pagamentos, passa a ser outra coisa — com outras licenças.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92240" y="18379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931152" y="18196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31343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Custa dinheiro e exige um cartão vivo. O OpenStreetMap chega, e a camada de lugares que os passageiros baptizam vai enchendo o que falta. A conta de facturação fechada já mostrou o risco.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0782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40599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por SMS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55371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US$0,26 por mensagem para Timor-Leste, e mais um cartão para manter vivo. Quem esquece a senha telefona — e quem atende já sabe com quem fala, o que é melhor verificação do que um SMS.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782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40599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 cidade antes de Díli funcionar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55371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app já sabe separar municípios. Isso não é razão para abrir Baucau: dois pilotos a meio-gás não fazem um piloto.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VAI TER DE DECIDIR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que se aproximam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Comissão, depois de Abril de 2027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gratuitidade acaba em 30/04/2027 e passa a haver pacotes de dias — $15 por 30 dias numa motorizada, $30 num carro. Manter "zero comissão" como argumento obriga a que o pacote seja mais barato do que os 20 % que a Grab leva. Nas contas de hoje, é.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2862072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70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atende o telefone às 21h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363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motorista com um problema à noite liga a alguém. Se for sempre a si, isto não escala para além de dez motoristas — e é a mesma pergunta que fez sobre as aprovações.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4032504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9410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estatuto do SERVE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0682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o estatuto distingue a intermediação do transporte, ou os termos deixam de negar o que ele afirma. A segunda via já foi tomada uma vez; a primeira continua por decidir.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5202936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11149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 quando entra no iPhone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77256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uma decisão técnica: é saber se aparecem passageiros com iPhone que valham $99 por ano.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manter isto sem parar o escritório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24963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coisa de cada vez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28437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alteração, publicada e vista a funcionar, antes da seguinte. Foi assim que este projecto chegou aqui.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25146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0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784848" y="24963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é um comando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8437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`npm run publicar` corre os seis verificadores antes de enviar. Se algum ficar vermelho, não publica — e isso já evitou duas avarias em produção.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41148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40965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é o alarme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44439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minutos por dia. Se não houver nada por tratar, não há nada a fazer.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41148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4114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784848" y="40965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porquê, e não o quê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44439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deste projecto tem escrito o motivo. Daqui a um ano, é isso que lhe vai dizer se pode mexer numa linha.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difícil daqui para a frente não é o código. É Díli.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HAKAT — Plano de implementação e desenvolvimento</dc:title>
  <dc:subject>PptxGenJS Presentation</dc:subject>
  <dc:creator>Timorgiara Neto, Unipessoal, Lda.</dc:creator>
  <cp:lastModifiedBy>Timorgiara Neto, Unipessoal, Lda.</cp:lastModifiedBy>
  <cp:revision>1</cp:revision>
  <dcterms:created xsi:type="dcterms:W3CDTF">2026-10-07T12:25:05Z</dcterms:created>
  <dcterms:modified xsi:type="dcterms:W3CDTF">2026-10-07T12:25:05Z</dcterms:modified>
</cp:coreProperties>
</file>